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ABB8"/>
    <a:srgbClr val="6883A4"/>
    <a:srgbClr val="5F7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811C4-0640-44E0-967B-4085F8895D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468B08-6347-467E-8F74-8DC332ADFD09}">
      <dgm:prSet/>
      <dgm:spPr/>
      <dgm:t>
        <a:bodyPr/>
        <a:lstStyle/>
        <a:p>
          <a:r>
            <a:rPr lang="en-US" b="1"/>
            <a:t>Total types of users</a:t>
          </a:r>
          <a:endParaRPr lang="en-US"/>
        </a:p>
      </dgm:t>
    </dgm:pt>
    <dgm:pt modelId="{E18E91EA-0D53-4DE6-968B-81276471998A}" type="parTrans" cxnId="{DBC4FC86-5264-47B2-96C9-4FFA8EC18412}">
      <dgm:prSet/>
      <dgm:spPr/>
      <dgm:t>
        <a:bodyPr/>
        <a:lstStyle/>
        <a:p>
          <a:endParaRPr lang="en-US"/>
        </a:p>
      </dgm:t>
    </dgm:pt>
    <dgm:pt modelId="{81142041-A4EC-48EB-AFF6-DD278155B4C4}" type="sibTrans" cxnId="{DBC4FC86-5264-47B2-96C9-4FFA8EC18412}">
      <dgm:prSet/>
      <dgm:spPr/>
      <dgm:t>
        <a:bodyPr/>
        <a:lstStyle/>
        <a:p>
          <a:endParaRPr lang="en-US"/>
        </a:p>
      </dgm:t>
    </dgm:pt>
    <dgm:pt modelId="{8A90A34D-4473-4CE1-8B18-D2C50912D241}">
      <dgm:prSet/>
      <dgm:spPr/>
      <dgm:t>
        <a:bodyPr/>
        <a:lstStyle/>
        <a:p>
          <a:r>
            <a:rPr lang="en-US"/>
            <a:t>- Admin</a:t>
          </a:r>
        </a:p>
      </dgm:t>
    </dgm:pt>
    <dgm:pt modelId="{0CF9F1E0-DFF5-4492-ACBE-614A94C61D87}" type="parTrans" cxnId="{01C1B29F-B1BD-4811-9661-6F2B8C50AABB}">
      <dgm:prSet/>
      <dgm:spPr/>
      <dgm:t>
        <a:bodyPr/>
        <a:lstStyle/>
        <a:p>
          <a:endParaRPr lang="en-US"/>
        </a:p>
      </dgm:t>
    </dgm:pt>
    <dgm:pt modelId="{B6E9779A-4BB3-4F83-B45E-E6FACD7D00AB}" type="sibTrans" cxnId="{01C1B29F-B1BD-4811-9661-6F2B8C50AABB}">
      <dgm:prSet/>
      <dgm:spPr/>
      <dgm:t>
        <a:bodyPr/>
        <a:lstStyle/>
        <a:p>
          <a:endParaRPr lang="en-US"/>
        </a:p>
      </dgm:t>
    </dgm:pt>
    <dgm:pt modelId="{01EBA61C-80C0-40B1-8A66-B13E4A466EA9}">
      <dgm:prSet/>
      <dgm:spPr/>
      <dgm:t>
        <a:bodyPr/>
        <a:lstStyle/>
        <a:p>
          <a:r>
            <a:rPr lang="en-US"/>
            <a:t>- Project Manager</a:t>
          </a:r>
        </a:p>
      </dgm:t>
    </dgm:pt>
    <dgm:pt modelId="{756FBF2E-2AD9-4E3C-A381-831F3A677492}" type="parTrans" cxnId="{69DA16E8-3762-4820-8BE2-022369309C70}">
      <dgm:prSet/>
      <dgm:spPr/>
      <dgm:t>
        <a:bodyPr/>
        <a:lstStyle/>
        <a:p>
          <a:endParaRPr lang="en-US"/>
        </a:p>
      </dgm:t>
    </dgm:pt>
    <dgm:pt modelId="{1744B039-F2EB-4193-96B7-26CCDE221910}" type="sibTrans" cxnId="{69DA16E8-3762-4820-8BE2-022369309C70}">
      <dgm:prSet/>
      <dgm:spPr/>
      <dgm:t>
        <a:bodyPr/>
        <a:lstStyle/>
        <a:p>
          <a:endParaRPr lang="en-US"/>
        </a:p>
      </dgm:t>
    </dgm:pt>
    <dgm:pt modelId="{BF45A826-87E8-452A-B0CD-3284B500175C}">
      <dgm:prSet/>
      <dgm:spPr/>
      <dgm:t>
        <a:bodyPr/>
        <a:lstStyle/>
        <a:p>
          <a:r>
            <a:rPr lang="en-US"/>
            <a:t>- Team Member</a:t>
          </a:r>
        </a:p>
      </dgm:t>
    </dgm:pt>
    <dgm:pt modelId="{6F557CAF-3184-45DB-83D0-C730A6455585}" type="parTrans" cxnId="{30661A21-2567-4348-B1AA-2138C4DA4D32}">
      <dgm:prSet/>
      <dgm:spPr/>
      <dgm:t>
        <a:bodyPr/>
        <a:lstStyle/>
        <a:p>
          <a:endParaRPr lang="en-US"/>
        </a:p>
      </dgm:t>
    </dgm:pt>
    <dgm:pt modelId="{2914A482-D455-4F18-8B01-1E056D3B75B0}" type="sibTrans" cxnId="{30661A21-2567-4348-B1AA-2138C4DA4D32}">
      <dgm:prSet/>
      <dgm:spPr/>
      <dgm:t>
        <a:bodyPr/>
        <a:lstStyle/>
        <a:p>
          <a:endParaRPr lang="en-US"/>
        </a:p>
      </dgm:t>
    </dgm:pt>
    <dgm:pt modelId="{F41CE705-1F0B-485E-ADEA-B686132CB629}" type="pres">
      <dgm:prSet presAssocID="{146811C4-0640-44E0-967B-4085F8895D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42A94B-9225-4B55-BF37-2CDDCA411FF6}" type="pres">
      <dgm:prSet presAssocID="{92468B08-6347-467E-8F74-8DC332ADFD09}" presName="hierRoot1" presStyleCnt="0"/>
      <dgm:spPr/>
    </dgm:pt>
    <dgm:pt modelId="{52698839-F0D4-432B-9D53-F17A93C66C43}" type="pres">
      <dgm:prSet presAssocID="{92468B08-6347-467E-8F74-8DC332ADFD09}" presName="composite" presStyleCnt="0"/>
      <dgm:spPr/>
    </dgm:pt>
    <dgm:pt modelId="{ECB3C5EE-6FE1-498E-9077-A55D68ADC74F}" type="pres">
      <dgm:prSet presAssocID="{92468B08-6347-467E-8F74-8DC332ADFD09}" presName="background" presStyleLbl="node0" presStyleIdx="0" presStyleCnt="1"/>
      <dgm:spPr/>
    </dgm:pt>
    <dgm:pt modelId="{6A992289-2E86-4E9F-B18D-70A9C4DEA094}" type="pres">
      <dgm:prSet presAssocID="{92468B08-6347-467E-8F74-8DC332ADFD09}" presName="text" presStyleLbl="fgAcc0" presStyleIdx="0" presStyleCnt="1">
        <dgm:presLayoutVars>
          <dgm:chPref val="3"/>
        </dgm:presLayoutVars>
      </dgm:prSet>
      <dgm:spPr/>
    </dgm:pt>
    <dgm:pt modelId="{CB5C4A34-D8A9-4321-B6DB-75DC207DAD06}" type="pres">
      <dgm:prSet presAssocID="{92468B08-6347-467E-8F74-8DC332ADFD09}" presName="hierChild2" presStyleCnt="0"/>
      <dgm:spPr/>
    </dgm:pt>
    <dgm:pt modelId="{B8DCAB1D-ED6B-4043-8358-023348D631E3}" type="pres">
      <dgm:prSet presAssocID="{0CF9F1E0-DFF5-4492-ACBE-614A94C61D87}" presName="Name10" presStyleLbl="parChTrans1D2" presStyleIdx="0" presStyleCnt="3"/>
      <dgm:spPr/>
    </dgm:pt>
    <dgm:pt modelId="{22B1CE40-B917-470A-8C87-7497B5624627}" type="pres">
      <dgm:prSet presAssocID="{8A90A34D-4473-4CE1-8B18-D2C50912D241}" presName="hierRoot2" presStyleCnt="0"/>
      <dgm:spPr/>
    </dgm:pt>
    <dgm:pt modelId="{09D7A232-89A2-4346-93F4-3713CB306461}" type="pres">
      <dgm:prSet presAssocID="{8A90A34D-4473-4CE1-8B18-D2C50912D241}" presName="composite2" presStyleCnt="0"/>
      <dgm:spPr/>
    </dgm:pt>
    <dgm:pt modelId="{9B7E8571-5160-4451-BE8A-9EE1F1F131F0}" type="pres">
      <dgm:prSet presAssocID="{8A90A34D-4473-4CE1-8B18-D2C50912D241}" presName="background2" presStyleLbl="node2" presStyleIdx="0" presStyleCnt="3"/>
      <dgm:spPr/>
    </dgm:pt>
    <dgm:pt modelId="{F03DE11E-1D0E-4946-981B-B7C3E295917A}" type="pres">
      <dgm:prSet presAssocID="{8A90A34D-4473-4CE1-8B18-D2C50912D241}" presName="text2" presStyleLbl="fgAcc2" presStyleIdx="0" presStyleCnt="3">
        <dgm:presLayoutVars>
          <dgm:chPref val="3"/>
        </dgm:presLayoutVars>
      </dgm:prSet>
      <dgm:spPr/>
    </dgm:pt>
    <dgm:pt modelId="{11E3B289-0F1D-4478-A01C-4A727C5FA916}" type="pres">
      <dgm:prSet presAssocID="{8A90A34D-4473-4CE1-8B18-D2C50912D241}" presName="hierChild3" presStyleCnt="0"/>
      <dgm:spPr/>
    </dgm:pt>
    <dgm:pt modelId="{B5E60B1E-4F4D-43DB-B832-CF067520BB73}" type="pres">
      <dgm:prSet presAssocID="{756FBF2E-2AD9-4E3C-A381-831F3A677492}" presName="Name10" presStyleLbl="parChTrans1D2" presStyleIdx="1" presStyleCnt="3"/>
      <dgm:spPr/>
    </dgm:pt>
    <dgm:pt modelId="{8E4029B7-972E-4880-9B6B-9BF1FBE906D9}" type="pres">
      <dgm:prSet presAssocID="{01EBA61C-80C0-40B1-8A66-B13E4A466EA9}" presName="hierRoot2" presStyleCnt="0"/>
      <dgm:spPr/>
    </dgm:pt>
    <dgm:pt modelId="{B83D36EA-9EA0-4B6D-B53B-7DDC4DE31C58}" type="pres">
      <dgm:prSet presAssocID="{01EBA61C-80C0-40B1-8A66-B13E4A466EA9}" presName="composite2" presStyleCnt="0"/>
      <dgm:spPr/>
    </dgm:pt>
    <dgm:pt modelId="{6F64FCF9-8F99-477B-A598-CC46277D0763}" type="pres">
      <dgm:prSet presAssocID="{01EBA61C-80C0-40B1-8A66-B13E4A466EA9}" presName="background2" presStyleLbl="node2" presStyleIdx="1" presStyleCnt="3"/>
      <dgm:spPr/>
    </dgm:pt>
    <dgm:pt modelId="{D4F86FE0-F172-42B1-A89B-9A2A7AA6A433}" type="pres">
      <dgm:prSet presAssocID="{01EBA61C-80C0-40B1-8A66-B13E4A466EA9}" presName="text2" presStyleLbl="fgAcc2" presStyleIdx="1" presStyleCnt="3">
        <dgm:presLayoutVars>
          <dgm:chPref val="3"/>
        </dgm:presLayoutVars>
      </dgm:prSet>
      <dgm:spPr/>
    </dgm:pt>
    <dgm:pt modelId="{99BE96C4-31DF-4CB7-B1F1-CEF3499F8DBD}" type="pres">
      <dgm:prSet presAssocID="{01EBA61C-80C0-40B1-8A66-B13E4A466EA9}" presName="hierChild3" presStyleCnt="0"/>
      <dgm:spPr/>
    </dgm:pt>
    <dgm:pt modelId="{AD9C2875-05F2-4789-BE40-E015A6E351E4}" type="pres">
      <dgm:prSet presAssocID="{6F557CAF-3184-45DB-83D0-C730A6455585}" presName="Name10" presStyleLbl="parChTrans1D2" presStyleIdx="2" presStyleCnt="3"/>
      <dgm:spPr/>
    </dgm:pt>
    <dgm:pt modelId="{796A6004-FFB3-4AD0-9AE7-4263394BF4C7}" type="pres">
      <dgm:prSet presAssocID="{BF45A826-87E8-452A-B0CD-3284B500175C}" presName="hierRoot2" presStyleCnt="0"/>
      <dgm:spPr/>
    </dgm:pt>
    <dgm:pt modelId="{A9F57969-87C3-4E94-A86D-5FACB4B36C37}" type="pres">
      <dgm:prSet presAssocID="{BF45A826-87E8-452A-B0CD-3284B500175C}" presName="composite2" presStyleCnt="0"/>
      <dgm:spPr/>
    </dgm:pt>
    <dgm:pt modelId="{49E5C84E-543E-491F-914E-604492525893}" type="pres">
      <dgm:prSet presAssocID="{BF45A826-87E8-452A-B0CD-3284B500175C}" presName="background2" presStyleLbl="node2" presStyleIdx="2" presStyleCnt="3"/>
      <dgm:spPr/>
    </dgm:pt>
    <dgm:pt modelId="{A97D72BB-3594-4DD2-A7DB-B5AAAC882CFB}" type="pres">
      <dgm:prSet presAssocID="{BF45A826-87E8-452A-B0CD-3284B500175C}" presName="text2" presStyleLbl="fgAcc2" presStyleIdx="2" presStyleCnt="3">
        <dgm:presLayoutVars>
          <dgm:chPref val="3"/>
        </dgm:presLayoutVars>
      </dgm:prSet>
      <dgm:spPr/>
    </dgm:pt>
    <dgm:pt modelId="{8CCCAC90-455B-4D16-9C8E-DD65F507E00B}" type="pres">
      <dgm:prSet presAssocID="{BF45A826-87E8-452A-B0CD-3284B500175C}" presName="hierChild3" presStyleCnt="0"/>
      <dgm:spPr/>
    </dgm:pt>
  </dgm:ptLst>
  <dgm:cxnLst>
    <dgm:cxn modelId="{92662911-66C3-4271-83D6-53C90C5938AB}" type="presOf" srcId="{0CF9F1E0-DFF5-4492-ACBE-614A94C61D87}" destId="{B8DCAB1D-ED6B-4043-8358-023348D631E3}" srcOrd="0" destOrd="0" presId="urn:microsoft.com/office/officeart/2005/8/layout/hierarchy1"/>
    <dgm:cxn modelId="{30661A21-2567-4348-B1AA-2138C4DA4D32}" srcId="{92468B08-6347-467E-8F74-8DC332ADFD09}" destId="{BF45A826-87E8-452A-B0CD-3284B500175C}" srcOrd="2" destOrd="0" parTransId="{6F557CAF-3184-45DB-83D0-C730A6455585}" sibTransId="{2914A482-D455-4F18-8B01-1E056D3B75B0}"/>
    <dgm:cxn modelId="{92046E38-525B-46B9-ABA9-BA0A40F82103}" type="presOf" srcId="{146811C4-0640-44E0-967B-4085F8895D08}" destId="{F41CE705-1F0B-485E-ADEA-B686132CB629}" srcOrd="0" destOrd="0" presId="urn:microsoft.com/office/officeart/2005/8/layout/hierarchy1"/>
    <dgm:cxn modelId="{D1320945-B488-43AE-ACF2-1A2A4BA6DB17}" type="presOf" srcId="{BF45A826-87E8-452A-B0CD-3284B500175C}" destId="{A97D72BB-3594-4DD2-A7DB-B5AAAC882CFB}" srcOrd="0" destOrd="0" presId="urn:microsoft.com/office/officeart/2005/8/layout/hierarchy1"/>
    <dgm:cxn modelId="{CC6FC973-9E8A-411A-AE87-3C9BD5096178}" type="presOf" srcId="{8A90A34D-4473-4CE1-8B18-D2C50912D241}" destId="{F03DE11E-1D0E-4946-981B-B7C3E295917A}" srcOrd="0" destOrd="0" presId="urn:microsoft.com/office/officeart/2005/8/layout/hierarchy1"/>
    <dgm:cxn modelId="{EDF3FD75-93F6-4FBC-9FA5-A68B815046A0}" type="presOf" srcId="{01EBA61C-80C0-40B1-8A66-B13E4A466EA9}" destId="{D4F86FE0-F172-42B1-A89B-9A2A7AA6A433}" srcOrd="0" destOrd="0" presId="urn:microsoft.com/office/officeart/2005/8/layout/hierarchy1"/>
    <dgm:cxn modelId="{DBC4FC86-5264-47B2-96C9-4FFA8EC18412}" srcId="{146811C4-0640-44E0-967B-4085F8895D08}" destId="{92468B08-6347-467E-8F74-8DC332ADFD09}" srcOrd="0" destOrd="0" parTransId="{E18E91EA-0D53-4DE6-968B-81276471998A}" sibTransId="{81142041-A4EC-48EB-AFF6-DD278155B4C4}"/>
    <dgm:cxn modelId="{01C1B29F-B1BD-4811-9661-6F2B8C50AABB}" srcId="{92468B08-6347-467E-8F74-8DC332ADFD09}" destId="{8A90A34D-4473-4CE1-8B18-D2C50912D241}" srcOrd="0" destOrd="0" parTransId="{0CF9F1E0-DFF5-4492-ACBE-614A94C61D87}" sibTransId="{B6E9779A-4BB3-4F83-B45E-E6FACD7D00AB}"/>
    <dgm:cxn modelId="{683C25A0-AADA-4E49-B0C3-A9CC3B14513F}" type="presOf" srcId="{92468B08-6347-467E-8F74-8DC332ADFD09}" destId="{6A992289-2E86-4E9F-B18D-70A9C4DEA094}" srcOrd="0" destOrd="0" presId="urn:microsoft.com/office/officeart/2005/8/layout/hierarchy1"/>
    <dgm:cxn modelId="{2ABE2CAA-D4B4-44E8-A3DC-A0856ED89347}" type="presOf" srcId="{756FBF2E-2AD9-4E3C-A381-831F3A677492}" destId="{B5E60B1E-4F4D-43DB-B832-CF067520BB73}" srcOrd="0" destOrd="0" presId="urn:microsoft.com/office/officeart/2005/8/layout/hierarchy1"/>
    <dgm:cxn modelId="{69DA16E8-3762-4820-8BE2-022369309C70}" srcId="{92468B08-6347-467E-8F74-8DC332ADFD09}" destId="{01EBA61C-80C0-40B1-8A66-B13E4A466EA9}" srcOrd="1" destOrd="0" parTransId="{756FBF2E-2AD9-4E3C-A381-831F3A677492}" sibTransId="{1744B039-F2EB-4193-96B7-26CCDE221910}"/>
    <dgm:cxn modelId="{309EEAF6-6F40-4ED7-B440-31E7C8AFF36C}" type="presOf" srcId="{6F557CAF-3184-45DB-83D0-C730A6455585}" destId="{AD9C2875-05F2-4789-BE40-E015A6E351E4}" srcOrd="0" destOrd="0" presId="urn:microsoft.com/office/officeart/2005/8/layout/hierarchy1"/>
    <dgm:cxn modelId="{6F90A2D1-4995-4F93-9061-E375465BC183}" type="presParOf" srcId="{F41CE705-1F0B-485E-ADEA-B686132CB629}" destId="{EF42A94B-9225-4B55-BF37-2CDDCA411FF6}" srcOrd="0" destOrd="0" presId="urn:microsoft.com/office/officeart/2005/8/layout/hierarchy1"/>
    <dgm:cxn modelId="{6DA3F7D1-1A0C-4539-84FC-9970E1BF9D09}" type="presParOf" srcId="{EF42A94B-9225-4B55-BF37-2CDDCA411FF6}" destId="{52698839-F0D4-432B-9D53-F17A93C66C43}" srcOrd="0" destOrd="0" presId="urn:microsoft.com/office/officeart/2005/8/layout/hierarchy1"/>
    <dgm:cxn modelId="{AF839AB6-35E6-4416-96E2-07FF05328994}" type="presParOf" srcId="{52698839-F0D4-432B-9D53-F17A93C66C43}" destId="{ECB3C5EE-6FE1-498E-9077-A55D68ADC74F}" srcOrd="0" destOrd="0" presId="urn:microsoft.com/office/officeart/2005/8/layout/hierarchy1"/>
    <dgm:cxn modelId="{2B117275-7E6A-4039-B2C1-577BC560B048}" type="presParOf" srcId="{52698839-F0D4-432B-9D53-F17A93C66C43}" destId="{6A992289-2E86-4E9F-B18D-70A9C4DEA094}" srcOrd="1" destOrd="0" presId="urn:microsoft.com/office/officeart/2005/8/layout/hierarchy1"/>
    <dgm:cxn modelId="{A7F58E9C-12D7-4C99-B21F-B0B211AAC5EF}" type="presParOf" srcId="{EF42A94B-9225-4B55-BF37-2CDDCA411FF6}" destId="{CB5C4A34-D8A9-4321-B6DB-75DC207DAD06}" srcOrd="1" destOrd="0" presId="urn:microsoft.com/office/officeart/2005/8/layout/hierarchy1"/>
    <dgm:cxn modelId="{6A7B8D97-3B2E-4FE3-8C5C-7E011C9D69B8}" type="presParOf" srcId="{CB5C4A34-D8A9-4321-B6DB-75DC207DAD06}" destId="{B8DCAB1D-ED6B-4043-8358-023348D631E3}" srcOrd="0" destOrd="0" presId="urn:microsoft.com/office/officeart/2005/8/layout/hierarchy1"/>
    <dgm:cxn modelId="{13CA5E95-A3D6-4C32-9DFD-C168CF103BE9}" type="presParOf" srcId="{CB5C4A34-D8A9-4321-B6DB-75DC207DAD06}" destId="{22B1CE40-B917-470A-8C87-7497B5624627}" srcOrd="1" destOrd="0" presId="urn:microsoft.com/office/officeart/2005/8/layout/hierarchy1"/>
    <dgm:cxn modelId="{EB44AB40-6FDB-40AB-8E4C-DFAFAE4322FB}" type="presParOf" srcId="{22B1CE40-B917-470A-8C87-7497B5624627}" destId="{09D7A232-89A2-4346-93F4-3713CB306461}" srcOrd="0" destOrd="0" presId="urn:microsoft.com/office/officeart/2005/8/layout/hierarchy1"/>
    <dgm:cxn modelId="{6752F6D1-64ED-4D43-9091-6D7090014462}" type="presParOf" srcId="{09D7A232-89A2-4346-93F4-3713CB306461}" destId="{9B7E8571-5160-4451-BE8A-9EE1F1F131F0}" srcOrd="0" destOrd="0" presId="urn:microsoft.com/office/officeart/2005/8/layout/hierarchy1"/>
    <dgm:cxn modelId="{EA750427-0477-4967-B6D4-4EE488EE79A9}" type="presParOf" srcId="{09D7A232-89A2-4346-93F4-3713CB306461}" destId="{F03DE11E-1D0E-4946-981B-B7C3E295917A}" srcOrd="1" destOrd="0" presId="urn:microsoft.com/office/officeart/2005/8/layout/hierarchy1"/>
    <dgm:cxn modelId="{200876A3-0D39-49D5-8DD0-F7631A5BE8DA}" type="presParOf" srcId="{22B1CE40-B917-470A-8C87-7497B5624627}" destId="{11E3B289-0F1D-4478-A01C-4A727C5FA916}" srcOrd="1" destOrd="0" presId="urn:microsoft.com/office/officeart/2005/8/layout/hierarchy1"/>
    <dgm:cxn modelId="{FFA54F6C-16D5-4CA5-8DA1-779F0D40D997}" type="presParOf" srcId="{CB5C4A34-D8A9-4321-B6DB-75DC207DAD06}" destId="{B5E60B1E-4F4D-43DB-B832-CF067520BB73}" srcOrd="2" destOrd="0" presId="urn:microsoft.com/office/officeart/2005/8/layout/hierarchy1"/>
    <dgm:cxn modelId="{BBFE8770-A91B-4749-A918-4CD79E75203D}" type="presParOf" srcId="{CB5C4A34-D8A9-4321-B6DB-75DC207DAD06}" destId="{8E4029B7-972E-4880-9B6B-9BF1FBE906D9}" srcOrd="3" destOrd="0" presId="urn:microsoft.com/office/officeart/2005/8/layout/hierarchy1"/>
    <dgm:cxn modelId="{D9FAE0FA-F00A-4FBE-9359-3013451921C8}" type="presParOf" srcId="{8E4029B7-972E-4880-9B6B-9BF1FBE906D9}" destId="{B83D36EA-9EA0-4B6D-B53B-7DDC4DE31C58}" srcOrd="0" destOrd="0" presId="urn:microsoft.com/office/officeart/2005/8/layout/hierarchy1"/>
    <dgm:cxn modelId="{6E60CFCA-2F60-4524-B6BC-4C3B627B980B}" type="presParOf" srcId="{B83D36EA-9EA0-4B6D-B53B-7DDC4DE31C58}" destId="{6F64FCF9-8F99-477B-A598-CC46277D0763}" srcOrd="0" destOrd="0" presId="urn:microsoft.com/office/officeart/2005/8/layout/hierarchy1"/>
    <dgm:cxn modelId="{747BADA1-335B-4225-9B50-246F63BF0B29}" type="presParOf" srcId="{B83D36EA-9EA0-4B6D-B53B-7DDC4DE31C58}" destId="{D4F86FE0-F172-42B1-A89B-9A2A7AA6A433}" srcOrd="1" destOrd="0" presId="urn:microsoft.com/office/officeart/2005/8/layout/hierarchy1"/>
    <dgm:cxn modelId="{A17D46DD-C02C-427A-8C5F-FA08056E2A5F}" type="presParOf" srcId="{8E4029B7-972E-4880-9B6B-9BF1FBE906D9}" destId="{99BE96C4-31DF-4CB7-B1F1-CEF3499F8DBD}" srcOrd="1" destOrd="0" presId="urn:microsoft.com/office/officeart/2005/8/layout/hierarchy1"/>
    <dgm:cxn modelId="{930A8C8F-69AD-4315-A5A9-8D3E22E47834}" type="presParOf" srcId="{CB5C4A34-D8A9-4321-B6DB-75DC207DAD06}" destId="{AD9C2875-05F2-4789-BE40-E015A6E351E4}" srcOrd="4" destOrd="0" presId="urn:microsoft.com/office/officeart/2005/8/layout/hierarchy1"/>
    <dgm:cxn modelId="{CA43DF15-8B32-4242-9D73-2C37CF5F9FF6}" type="presParOf" srcId="{CB5C4A34-D8A9-4321-B6DB-75DC207DAD06}" destId="{796A6004-FFB3-4AD0-9AE7-4263394BF4C7}" srcOrd="5" destOrd="0" presId="urn:microsoft.com/office/officeart/2005/8/layout/hierarchy1"/>
    <dgm:cxn modelId="{B496887E-6180-4F72-B307-D51C58D06530}" type="presParOf" srcId="{796A6004-FFB3-4AD0-9AE7-4263394BF4C7}" destId="{A9F57969-87C3-4E94-A86D-5FACB4B36C37}" srcOrd="0" destOrd="0" presId="urn:microsoft.com/office/officeart/2005/8/layout/hierarchy1"/>
    <dgm:cxn modelId="{13C5BF00-CE94-4B7F-AD83-8570FA615DEB}" type="presParOf" srcId="{A9F57969-87C3-4E94-A86D-5FACB4B36C37}" destId="{49E5C84E-543E-491F-914E-604492525893}" srcOrd="0" destOrd="0" presId="urn:microsoft.com/office/officeart/2005/8/layout/hierarchy1"/>
    <dgm:cxn modelId="{2A928D30-F1FA-4866-97D3-7C7E1907FF08}" type="presParOf" srcId="{A9F57969-87C3-4E94-A86D-5FACB4B36C37}" destId="{A97D72BB-3594-4DD2-A7DB-B5AAAC882CFB}" srcOrd="1" destOrd="0" presId="urn:microsoft.com/office/officeart/2005/8/layout/hierarchy1"/>
    <dgm:cxn modelId="{BCE88B0B-CAE2-41CC-ADDF-BAC66EEBFA8E}" type="presParOf" srcId="{796A6004-FFB3-4AD0-9AE7-4263394BF4C7}" destId="{8CCCAC90-455B-4D16-9C8E-DD65F507E0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C2875-05F2-4789-BE40-E015A6E351E4}">
      <dsp:nvSpPr>
        <dsp:cNvPr id="0" name=""/>
        <dsp:cNvSpPr/>
      </dsp:nvSpPr>
      <dsp:spPr>
        <a:xfrm>
          <a:off x="1945306" y="1870047"/>
          <a:ext cx="1380539" cy="3285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867"/>
              </a:lnTo>
              <a:lnTo>
                <a:pt x="1380539" y="223867"/>
              </a:lnTo>
              <a:lnTo>
                <a:pt x="1380539" y="328505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60B1E-4F4D-43DB-B832-CF067520BB73}">
      <dsp:nvSpPr>
        <dsp:cNvPr id="0" name=""/>
        <dsp:cNvSpPr/>
      </dsp:nvSpPr>
      <dsp:spPr>
        <a:xfrm>
          <a:off x="1899586" y="1870047"/>
          <a:ext cx="91440" cy="32850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8505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DCAB1D-ED6B-4043-8358-023348D631E3}">
      <dsp:nvSpPr>
        <dsp:cNvPr id="0" name=""/>
        <dsp:cNvSpPr/>
      </dsp:nvSpPr>
      <dsp:spPr>
        <a:xfrm>
          <a:off x="564766" y="1870047"/>
          <a:ext cx="1380539" cy="328505"/>
        </a:xfrm>
        <a:custGeom>
          <a:avLst/>
          <a:gdLst/>
          <a:ahLst/>
          <a:cxnLst/>
          <a:rect l="0" t="0" r="0" b="0"/>
          <a:pathLst>
            <a:path>
              <a:moveTo>
                <a:pt x="1380539" y="0"/>
              </a:moveTo>
              <a:lnTo>
                <a:pt x="1380539" y="223867"/>
              </a:lnTo>
              <a:lnTo>
                <a:pt x="0" y="223867"/>
              </a:lnTo>
              <a:lnTo>
                <a:pt x="0" y="328505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B3C5EE-6FE1-498E-9077-A55D68ADC74F}">
      <dsp:nvSpPr>
        <dsp:cNvPr id="0" name=""/>
        <dsp:cNvSpPr/>
      </dsp:nvSpPr>
      <dsp:spPr>
        <a:xfrm>
          <a:off x="1380539" y="1152794"/>
          <a:ext cx="1129532" cy="717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92289-2E86-4E9F-B18D-70A9C4DEA094}">
      <dsp:nvSpPr>
        <dsp:cNvPr id="0" name=""/>
        <dsp:cNvSpPr/>
      </dsp:nvSpPr>
      <dsp:spPr>
        <a:xfrm>
          <a:off x="1506043" y="1272022"/>
          <a:ext cx="1129532" cy="7172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Total types of users</a:t>
          </a:r>
          <a:endParaRPr lang="en-US" sz="1500" kern="1200"/>
        </a:p>
      </dsp:txBody>
      <dsp:txXfrm>
        <a:off x="1527051" y="1293030"/>
        <a:ext cx="1087516" cy="675237"/>
      </dsp:txXfrm>
    </dsp:sp>
    <dsp:sp modelId="{9B7E8571-5160-4451-BE8A-9EE1F1F131F0}">
      <dsp:nvSpPr>
        <dsp:cNvPr id="0" name=""/>
        <dsp:cNvSpPr/>
      </dsp:nvSpPr>
      <dsp:spPr>
        <a:xfrm>
          <a:off x="0" y="2198553"/>
          <a:ext cx="1129532" cy="717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DE11E-1D0E-4946-981B-B7C3E295917A}">
      <dsp:nvSpPr>
        <dsp:cNvPr id="0" name=""/>
        <dsp:cNvSpPr/>
      </dsp:nvSpPr>
      <dsp:spPr>
        <a:xfrm>
          <a:off x="125503" y="2317781"/>
          <a:ext cx="1129532" cy="7172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Admin</a:t>
          </a:r>
        </a:p>
      </dsp:txBody>
      <dsp:txXfrm>
        <a:off x="146511" y="2338789"/>
        <a:ext cx="1087516" cy="675237"/>
      </dsp:txXfrm>
    </dsp:sp>
    <dsp:sp modelId="{6F64FCF9-8F99-477B-A598-CC46277D0763}">
      <dsp:nvSpPr>
        <dsp:cNvPr id="0" name=""/>
        <dsp:cNvSpPr/>
      </dsp:nvSpPr>
      <dsp:spPr>
        <a:xfrm>
          <a:off x="1380539" y="2198553"/>
          <a:ext cx="1129532" cy="717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F86FE0-F172-42B1-A89B-9A2A7AA6A433}">
      <dsp:nvSpPr>
        <dsp:cNvPr id="0" name=""/>
        <dsp:cNvSpPr/>
      </dsp:nvSpPr>
      <dsp:spPr>
        <a:xfrm>
          <a:off x="1506043" y="2317781"/>
          <a:ext cx="1129532" cy="7172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Project Manager</a:t>
          </a:r>
        </a:p>
      </dsp:txBody>
      <dsp:txXfrm>
        <a:off x="1527051" y="2338789"/>
        <a:ext cx="1087516" cy="675237"/>
      </dsp:txXfrm>
    </dsp:sp>
    <dsp:sp modelId="{49E5C84E-543E-491F-914E-604492525893}">
      <dsp:nvSpPr>
        <dsp:cNvPr id="0" name=""/>
        <dsp:cNvSpPr/>
      </dsp:nvSpPr>
      <dsp:spPr>
        <a:xfrm>
          <a:off x="2761079" y="2198553"/>
          <a:ext cx="1129532" cy="7172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D72BB-3594-4DD2-A7DB-B5AAAC882CFB}">
      <dsp:nvSpPr>
        <dsp:cNvPr id="0" name=""/>
        <dsp:cNvSpPr/>
      </dsp:nvSpPr>
      <dsp:spPr>
        <a:xfrm>
          <a:off x="2886583" y="2317781"/>
          <a:ext cx="1129532" cy="7172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Team Member</a:t>
          </a:r>
        </a:p>
      </dsp:txBody>
      <dsp:txXfrm>
        <a:off x="2907591" y="2338789"/>
        <a:ext cx="1087516" cy="675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76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17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56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01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55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80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44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5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10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33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E3177D8B-8D3F-40C1-A745-13E7A0799D9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8196358-3EEB-4B07-8E05-5EE7266DC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0738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5A4803-8B63-4214-9997-748193E3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6212853-773C-297E-8693-51930AA6911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8925" r="-1" b="1052"/>
          <a:stretch>
            <a:fillRect/>
          </a:stretch>
        </p:blipFill>
        <p:spPr>
          <a:xfrm>
            <a:off x="0" y="0"/>
            <a:ext cx="1218893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CDCF89B-7799-4A5F-B7DC-F66A36348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25D5B-C2C4-2B89-26BD-6A12A0844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810" y="1592361"/>
            <a:ext cx="3863219" cy="18366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UML Diagrams </a:t>
            </a:r>
            <a:b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for </a:t>
            </a:r>
            <a:b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Task Management </a:t>
            </a:r>
            <a:b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</a:b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System</a:t>
            </a:r>
            <a:endParaRPr lang="en-IN" sz="3200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5F5B2-0183-6725-63FF-6C3239DA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1419" y="3848099"/>
            <a:ext cx="3685069" cy="9144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Made by,</a:t>
            </a:r>
          </a:p>
          <a:p>
            <a:r>
              <a:rPr lang="en-US" sz="1800" dirty="0">
                <a:solidFill>
                  <a:schemeClr val="bg1"/>
                </a:solidFill>
              </a:rPr>
              <a:t>Divy Patel - INT_1056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05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092D12-C345-4C42-81BB-EEEAC5ED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2E91F-0583-4184-949B-A90DE2550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4642228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62A96A-10AD-7AF2-0EFE-EC3A46CD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57" y="1073019"/>
            <a:ext cx="4016116" cy="12554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Use Case Diagram:</a:t>
            </a: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br>
              <a:rPr lang="en-US" sz="900" dirty="0"/>
            </a:br>
            <a:endParaRPr lang="en-US" sz="9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DFECC2-F7C1-7E0A-4E62-CB94D4DF6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208" y="396812"/>
            <a:ext cx="5596128" cy="614093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955CFF-AE70-4EDA-8E89-88F2FC61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17" name="TextBox 3">
            <a:extLst>
              <a:ext uri="{FF2B5EF4-FFF2-40B4-BE49-F238E27FC236}">
                <a16:creationId xmlns:a16="http://schemas.microsoft.com/office/drawing/2014/main" id="{5E3287EE-28E5-1223-652D-B32BCDB46074}"/>
              </a:ext>
            </a:extLst>
          </p:cNvPr>
          <p:cNvGraphicFramePr/>
          <p:nvPr/>
        </p:nvGraphicFramePr>
        <p:xfrm>
          <a:off x="155137" y="1693442"/>
          <a:ext cx="4016116" cy="4187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134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9FFF-DAB5-9966-105D-0D46190CB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596" y="1443658"/>
            <a:ext cx="6627377" cy="3491713"/>
          </a:xfrm>
        </p:spPr>
        <p:txBody>
          <a:bodyPr>
            <a:normAutofit/>
          </a:bodyPr>
          <a:lstStyle/>
          <a:p>
            <a:r>
              <a:rPr lang="en-US" sz="2400" b="1" dirty="0"/>
              <a:t>Total six activity diagrams:</a:t>
            </a:r>
          </a:p>
          <a:p>
            <a:r>
              <a:rPr lang="en-US" dirty="0"/>
              <a:t>1. Login Process</a:t>
            </a:r>
          </a:p>
          <a:p>
            <a:r>
              <a:rPr lang="en-US" dirty="0"/>
              <a:t>2. Manage Users</a:t>
            </a:r>
          </a:p>
          <a:p>
            <a:r>
              <a:rPr lang="en-US" dirty="0"/>
              <a:t>3. Create Project</a:t>
            </a:r>
          </a:p>
          <a:p>
            <a:r>
              <a:rPr lang="en-US" dirty="0"/>
              <a:t>4. Task assignment (Manager Workflow)</a:t>
            </a:r>
          </a:p>
          <a:p>
            <a:r>
              <a:rPr lang="en-US" dirty="0"/>
              <a:t>5. Team Member Task Completion</a:t>
            </a:r>
          </a:p>
          <a:p>
            <a:r>
              <a:rPr lang="en-US" dirty="0"/>
              <a:t>6. Delete Project</a:t>
            </a:r>
            <a:endParaRPr lang="en-IN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B5D6B-9296-9297-D6C5-99AE41CAB043}"/>
              </a:ext>
            </a:extLst>
          </p:cNvPr>
          <p:cNvSpPr txBox="1"/>
          <p:nvPr/>
        </p:nvSpPr>
        <p:spPr>
          <a:xfrm>
            <a:off x="-1" y="1683143"/>
            <a:ext cx="4208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There will be more then one Activity Diagram:</a:t>
            </a:r>
            <a:endParaRPr lang="en-IN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75FD2-1861-5BD0-2F34-115483168EE3}"/>
              </a:ext>
            </a:extLst>
          </p:cNvPr>
          <p:cNvSpPr txBox="1"/>
          <p:nvPr/>
        </p:nvSpPr>
        <p:spPr>
          <a:xfrm>
            <a:off x="152400" y="2884714"/>
            <a:ext cx="3309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Why? Because we cannot define every process in a single diagram, It becomes too lengthy and complex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71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11A09-0C28-6A34-CD38-F4DA33A3CAFD}"/>
              </a:ext>
            </a:extLst>
          </p:cNvPr>
          <p:cNvSpPr txBox="1"/>
          <p:nvPr/>
        </p:nvSpPr>
        <p:spPr>
          <a:xfrm>
            <a:off x="2283289" y="1883662"/>
            <a:ext cx="17820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1058B84A-1DE0-DED3-EC79-2DC441A1D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07" y="179538"/>
            <a:ext cx="4799204" cy="649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32BEA-32E4-98FF-C76C-BC24006E4368}"/>
              </a:ext>
            </a:extLst>
          </p:cNvPr>
          <p:cNvSpPr txBox="1"/>
          <p:nvPr/>
        </p:nvSpPr>
        <p:spPr>
          <a:xfrm>
            <a:off x="2283289" y="1883662"/>
            <a:ext cx="17820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  <a:endParaRPr lang="en-IN" sz="2800" b="1" dirty="0">
              <a:solidFill>
                <a:srgbClr val="2EAB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E4DA2-FBB2-9BE5-2ED0-8579A6068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768" y="207263"/>
            <a:ext cx="4797943" cy="644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6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BEECC-85DA-951C-BB08-C22AD2CC30BE}"/>
              </a:ext>
            </a:extLst>
          </p:cNvPr>
          <p:cNvSpPr txBox="1"/>
          <p:nvPr/>
        </p:nvSpPr>
        <p:spPr>
          <a:xfrm>
            <a:off x="2283289" y="1883662"/>
            <a:ext cx="17820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Project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  <a:endParaRPr lang="en-IN" sz="2800" b="1" dirty="0">
              <a:solidFill>
                <a:srgbClr val="2EAB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40606-7204-8C87-0AAC-21CF43C88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279" y="192023"/>
            <a:ext cx="5848742" cy="64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9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E29D8-36AB-F506-0FB0-C76F52A927BD}"/>
              </a:ext>
            </a:extLst>
          </p:cNvPr>
          <p:cNvSpPr txBox="1"/>
          <p:nvPr/>
        </p:nvSpPr>
        <p:spPr>
          <a:xfrm>
            <a:off x="1415578" y="1954528"/>
            <a:ext cx="21744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assignment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  <a:endParaRPr lang="en-IN" sz="2800" b="1" dirty="0">
              <a:solidFill>
                <a:srgbClr val="2EAB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88151-D364-A7A4-8375-A045A5295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1" y="332677"/>
            <a:ext cx="7895267" cy="619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5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1E36C-C304-F0B1-61A5-5518FB537AA2}"/>
              </a:ext>
            </a:extLst>
          </p:cNvPr>
          <p:cNvSpPr txBox="1"/>
          <p:nvPr/>
        </p:nvSpPr>
        <p:spPr>
          <a:xfrm>
            <a:off x="2131665" y="1803652"/>
            <a:ext cx="21629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 Task Completion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DC5E3-BF80-9B9A-A2B3-0821B4386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377" y="237743"/>
            <a:ext cx="5338643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87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BA39D-EA67-AC6B-6EDB-A9F6158EEC51}"/>
              </a:ext>
            </a:extLst>
          </p:cNvPr>
          <p:cNvSpPr txBox="1"/>
          <p:nvPr/>
        </p:nvSpPr>
        <p:spPr>
          <a:xfrm>
            <a:off x="2283289" y="1883662"/>
            <a:ext cx="17820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Project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b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2EAB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  <a:endParaRPr lang="en-IN" sz="2800" b="1" dirty="0">
              <a:solidFill>
                <a:srgbClr val="2EAB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7F35D-1648-8F8E-7189-646029F3E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27" y="188975"/>
            <a:ext cx="4867004" cy="64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6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E658C22-2BBB-4CC7-AC94-BA42B45B4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E714D6-B8AE-4EAF-80CA-1900AE364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E40FA13-8792-401C-A9B1-AFB63F508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4323AF-559C-4105-8782-F6C3FBB1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00114"/>
            <a:ext cx="4053525" cy="4257773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8DC9C-3ECC-FBF3-F8A7-E3CA9869C512}"/>
              </a:ext>
            </a:extLst>
          </p:cNvPr>
          <p:cNvSpPr txBox="1"/>
          <p:nvPr/>
        </p:nvSpPr>
        <p:spPr>
          <a:xfrm>
            <a:off x="109729" y="1938528"/>
            <a:ext cx="2011680" cy="18044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spc="-100" dirty="0">
                <a:solidFill>
                  <a:schemeClr val="tx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Class </a:t>
            </a:r>
            <a:br>
              <a:rPr lang="en-US" sz="4000" b="1" spc="-100" dirty="0">
                <a:solidFill>
                  <a:schemeClr val="tx1">
                    <a:lumMod val="6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000" b="1" spc="-100" dirty="0">
                <a:solidFill>
                  <a:schemeClr val="tx1">
                    <a:lumMod val="65000"/>
                  </a:schemeClr>
                </a:solidFill>
                <a:latin typeface="+mj-lt"/>
                <a:ea typeface="+mj-ea"/>
                <a:cs typeface="+mj-cs"/>
              </a:rPr>
              <a:t>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7865C-B41E-6237-AF2A-308A9C2AE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80" y="510539"/>
            <a:ext cx="9680448" cy="58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9471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117</TotalTime>
  <Words>155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Corbel</vt:lpstr>
      <vt:lpstr>Wingdings 2</vt:lpstr>
      <vt:lpstr>Frame</vt:lpstr>
      <vt:lpstr>UML Diagrams  for  Task Management  System</vt:lpstr>
      <vt:lpstr>Use Case Diagram: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 Patel</dc:creator>
  <cp:lastModifiedBy>Divy Patel</cp:lastModifiedBy>
  <cp:revision>7</cp:revision>
  <dcterms:created xsi:type="dcterms:W3CDTF">2026-02-23T11:13:56Z</dcterms:created>
  <dcterms:modified xsi:type="dcterms:W3CDTF">2026-02-25T00:52:30Z</dcterms:modified>
</cp:coreProperties>
</file>